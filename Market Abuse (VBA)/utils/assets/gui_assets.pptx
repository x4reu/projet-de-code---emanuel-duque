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DD23"/>
    <a:srgbClr val="E7D819"/>
    <a:srgbClr val="FFFF00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B487A2-FBBA-93B2-0417-E06D568F7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62E01A-6BDC-9B5F-1F36-856C16D7C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DC6526-297F-7F67-FC81-724EB4F71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189A-CD95-433B-8986-B1A19F9DFA02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EBBD3E-D5C9-217C-B356-7189D940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A2EE3C-8176-7F83-DA8A-94A2A711C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0647-722C-4F86-B705-81150F48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2078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9B003-BC81-C643-9422-672F2913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4C954-7EA0-8246-08C0-CC7F29FDD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ED6562-6130-CA2E-3173-5DD9A65D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189A-CD95-433B-8986-B1A19F9DFA02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6DC854-E575-0F32-1703-1D3A6E03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3EB625-AEBC-54FD-0E94-A09B629AD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0647-722C-4F86-B705-81150F48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415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8DF39D-E2A1-F7AD-4519-0968DCBE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0CBEA5-0199-091A-EE83-91C3091E7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4B43C5-E36C-42F4-7E82-D5B153C4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189A-CD95-433B-8986-B1A19F9DFA02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F5D7F0-4F85-EEAF-37AE-698037050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D03005-DB36-C53B-6790-B6A64DDA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0647-722C-4F86-B705-81150F48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016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D6079F-5A6A-CDB2-51C3-59DD07C7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DA9910-6E09-468F-2BE4-F3C9E1B04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46544FD-B880-EFE5-0DD2-769773185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CFEF74-205E-5399-E459-BAA4AD71A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189A-CD95-433B-8986-B1A19F9DFA02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6A7FB52-8A22-7147-C311-6005CCEF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A81F8B-A203-90EC-3B74-B4ADDD641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0647-722C-4F86-B705-81150F48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16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7E5743-FC9C-C94D-F93F-EC2AACE93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4EB5CC-0687-D690-009B-BD49E0856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07DE38-1901-C700-F220-F7A1410C1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520CCAC-3032-4246-B7E5-F13AC0EF4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DBCEB3B-8286-8371-0485-B9C55358A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9B27810-C040-DEA1-9278-56300D0C5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189A-CD95-433B-8986-B1A19F9DFA02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0E31489-971B-7C34-CF42-2CA9DD75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0987D71-B75C-2035-BBBA-F1944BED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0647-722C-4F86-B705-81150F48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4127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D1CA7-C707-CBF7-1E89-79D0A12ED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8577EEB-9B01-45AC-D25A-2BC4C303C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189A-CD95-433B-8986-B1A19F9DFA02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7F7D77B-5CF9-9DF4-DECC-FC67540D7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33E68C0-95FA-18BD-1172-C31D3E38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0647-722C-4F86-B705-81150F48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673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E14B4FD-2AA1-1E08-79AB-24A2E56E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189A-CD95-433B-8986-B1A19F9DFA02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77CEDAC-5E14-948C-8CAA-433F7A6A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CCBFB6-FA25-EF76-96C7-EC5EA1DE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0647-722C-4F86-B705-81150F48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35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497AE4-64A5-576F-A2A6-2874056E1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DCE1FC-B597-C5A6-1EF8-492358A03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9A8D17-FCD7-CE05-27BA-361EB6183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893550-AD09-17C6-0771-48635C088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189A-CD95-433B-8986-B1A19F9DFA02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E1B022-C1DD-135D-CF1D-027721D2B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F65752-8913-506D-2CCF-A63ABE70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0647-722C-4F86-B705-81150F48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192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CD445F-C193-C997-6C95-510BB915A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8405B0-808B-5D18-699C-3AA9BB005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A9D6312-DC8E-9473-59D1-FA27AAC37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1B7BEE-7541-2CF1-899C-5F5F228D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189A-CD95-433B-8986-B1A19F9DFA02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85C770-A74C-E52D-F9C4-922607A1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4D44FD-1558-CEEB-119E-60C941369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0647-722C-4F86-B705-81150F48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237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D39D4B-AAA6-E876-9ADE-E8ADCC989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76AF8C2-345B-F74B-63C0-4050F9056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74BC58-133E-B493-1F78-B19ECD738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189A-CD95-433B-8986-B1A19F9DFA02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A0D1B-3413-BACA-8267-0097725B7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108880-9099-7647-B61E-83D72769B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0647-722C-4F86-B705-81150F48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219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78DE64-38D7-F387-7EB5-0F5C972BC2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05AE853-0334-E0C2-7EFE-156F80A5C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5BFD45-94D7-708C-16CE-7210D08F1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E189A-CD95-433B-8986-B1A19F9DFA02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C30F1C-EE25-85E5-EF86-3F1586F5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C0B18A-E708-1EA8-FA91-73852DF0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A0647-722C-4F86-B705-81150F48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4445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7616CEC-52C6-6248-15A9-4B5926A61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F0B25A-FD41-AD41-B8B8-D1DABA2F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76D9A0-EA66-9A4C-BD1E-960179E98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E189A-CD95-433B-8986-B1A19F9DFA02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B7A279-E3EF-95C3-83C1-5A3A445F1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42EDCA-CA09-4A51-C82A-033A80F04D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A0647-722C-4F86-B705-81150F48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747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52CAD5-BC3E-EE90-367E-A4F4615363EC}"/>
              </a:ext>
            </a:extLst>
          </p:cNvPr>
          <p:cNvSpPr/>
          <p:nvPr/>
        </p:nvSpPr>
        <p:spPr>
          <a:xfrm>
            <a:off x="1746504" y="356616"/>
            <a:ext cx="5240892" cy="54403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highlight>
                <a:srgbClr val="000080"/>
              </a:highlight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3E5AA2C-D1A8-97DB-A9B6-ACE9FC203E13}"/>
              </a:ext>
            </a:extLst>
          </p:cNvPr>
          <p:cNvSpPr txBox="1"/>
          <p:nvPr/>
        </p:nvSpPr>
        <p:spPr>
          <a:xfrm>
            <a:off x="1746503" y="493258"/>
            <a:ext cx="5240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Data Manager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96A0BE9-E4F0-2158-D39E-480B2A8CBB1E}"/>
              </a:ext>
            </a:extLst>
          </p:cNvPr>
          <p:cNvSpPr/>
          <p:nvPr/>
        </p:nvSpPr>
        <p:spPr>
          <a:xfrm>
            <a:off x="8427835" y="3429000"/>
            <a:ext cx="1664208" cy="4389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Launch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F207E39-A33F-4077-AB36-8EEAAB7D9CED}"/>
              </a:ext>
            </a:extLst>
          </p:cNvPr>
          <p:cNvSpPr/>
          <p:nvPr/>
        </p:nvSpPr>
        <p:spPr>
          <a:xfrm>
            <a:off x="663037" y="1054100"/>
            <a:ext cx="899317" cy="317500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Add</a:t>
            </a:r>
            <a:r>
              <a:rPr lang="fr-F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Client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CC37145-A999-8940-C335-471F6C054424}"/>
              </a:ext>
            </a:extLst>
          </p:cNvPr>
          <p:cNvSpPr/>
          <p:nvPr/>
        </p:nvSpPr>
        <p:spPr>
          <a:xfrm>
            <a:off x="663037" y="1511300"/>
            <a:ext cx="899317" cy="317500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Add</a:t>
            </a:r>
            <a:r>
              <a:rPr lang="fr-F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Trade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34391CB-0C9D-29BC-E162-5EBDC91C6F7C}"/>
              </a:ext>
            </a:extLst>
          </p:cNvPr>
          <p:cNvSpPr/>
          <p:nvPr/>
        </p:nvSpPr>
        <p:spPr>
          <a:xfrm>
            <a:off x="663036" y="2082800"/>
            <a:ext cx="899317" cy="317500"/>
          </a:xfrm>
          <a:prstGeom prst="round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chemeClr val="bg1"/>
                </a:solidFill>
              </a:rPr>
              <a:t>Add</a:t>
            </a:r>
            <a:r>
              <a:rPr lang="fr-FR" sz="1200" dirty="0">
                <a:solidFill>
                  <a:schemeClr val="bg1"/>
                </a:solidFill>
              </a:rPr>
              <a:t> Trade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D96F276-5589-CD16-0E99-FBA22D3FA424}"/>
              </a:ext>
            </a:extLst>
          </p:cNvPr>
          <p:cNvSpPr/>
          <p:nvPr/>
        </p:nvSpPr>
        <p:spPr>
          <a:xfrm>
            <a:off x="663036" y="2540000"/>
            <a:ext cx="899317" cy="317500"/>
          </a:xfrm>
          <a:prstGeom prst="round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chemeClr val="bg1"/>
                </a:solidFill>
              </a:rPr>
              <a:t>Add</a:t>
            </a:r>
            <a:r>
              <a:rPr lang="fr-FR" sz="1200" dirty="0">
                <a:solidFill>
                  <a:schemeClr val="bg1"/>
                </a:solidFill>
              </a:rPr>
              <a:t> Client</a:t>
            </a:r>
          </a:p>
        </p:txBody>
      </p:sp>
    </p:spTree>
    <p:extLst>
      <p:ext uri="{BB962C8B-B14F-4D97-AF65-F5344CB8AC3E}">
        <p14:creationId xmlns:p14="http://schemas.microsoft.com/office/powerpoint/2010/main" val="2542371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57B7F9D4-595D-30A8-BFE0-3AB993960D3A}"/>
              </a:ext>
            </a:extLst>
          </p:cNvPr>
          <p:cNvSpPr/>
          <p:nvPr/>
        </p:nvSpPr>
        <p:spPr>
          <a:xfrm>
            <a:off x="8336576" y="3429000"/>
            <a:ext cx="1664208" cy="4389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  </a:t>
            </a:r>
            <a:r>
              <a:rPr lang="fr-FR" dirty="0" err="1"/>
              <a:t>Add</a:t>
            </a:r>
            <a:r>
              <a:rPr lang="fr-FR" dirty="0"/>
              <a:t>/</a:t>
            </a:r>
            <a:r>
              <a:rPr lang="fr-FR" dirty="0" err="1"/>
              <a:t>Refresh</a:t>
            </a:r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8DF5B67-36F7-BB2B-A23C-4BF0075C6774}"/>
              </a:ext>
            </a:extLst>
          </p:cNvPr>
          <p:cNvSpPr/>
          <p:nvPr/>
        </p:nvSpPr>
        <p:spPr>
          <a:xfrm>
            <a:off x="9168680" y="2157682"/>
            <a:ext cx="1324513" cy="4191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FR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Add</a:t>
            </a:r>
            <a:r>
              <a:rPr lang="fr-F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Trade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5BC76F3-9E19-E57F-EC48-C3878E62DC8B}"/>
              </a:ext>
            </a:extLst>
          </p:cNvPr>
          <p:cNvSpPr/>
          <p:nvPr/>
        </p:nvSpPr>
        <p:spPr>
          <a:xfrm>
            <a:off x="663037" y="1054100"/>
            <a:ext cx="899317" cy="317500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API Import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59B177A-EF8D-1730-CA63-498447162F0D}"/>
              </a:ext>
            </a:extLst>
          </p:cNvPr>
          <p:cNvSpPr/>
          <p:nvPr/>
        </p:nvSpPr>
        <p:spPr>
          <a:xfrm>
            <a:off x="663037" y="1631350"/>
            <a:ext cx="899317" cy="317500"/>
          </a:xfrm>
          <a:prstGeom prst="round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Custom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3E1BDB-9786-AF8A-B342-AC3507D1E245}"/>
              </a:ext>
            </a:extLst>
          </p:cNvPr>
          <p:cNvSpPr/>
          <p:nvPr/>
        </p:nvSpPr>
        <p:spPr>
          <a:xfrm>
            <a:off x="1746504" y="356616"/>
            <a:ext cx="5240892" cy="54403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highlight>
                <a:srgbClr val="000080"/>
              </a:highlight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33A2BBF-3070-0202-5F8A-42532B45A479}"/>
              </a:ext>
            </a:extLst>
          </p:cNvPr>
          <p:cNvSpPr txBox="1"/>
          <p:nvPr/>
        </p:nvSpPr>
        <p:spPr>
          <a:xfrm>
            <a:off x="1746503" y="493258"/>
            <a:ext cx="5240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Data Manager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C5E10AB-3F1B-4BEA-084D-0D7F0305A6C9}"/>
              </a:ext>
            </a:extLst>
          </p:cNvPr>
          <p:cNvSpPr/>
          <p:nvPr/>
        </p:nvSpPr>
        <p:spPr>
          <a:xfrm>
            <a:off x="631541" y="2208600"/>
            <a:ext cx="899317" cy="317500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Custom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9E8D7C1-45F6-689C-F726-2B883D11DE5F}"/>
              </a:ext>
            </a:extLst>
          </p:cNvPr>
          <p:cNvSpPr/>
          <p:nvPr/>
        </p:nvSpPr>
        <p:spPr>
          <a:xfrm>
            <a:off x="631541" y="2785850"/>
            <a:ext cx="899317" cy="317500"/>
          </a:xfrm>
          <a:prstGeom prst="round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API Import</a:t>
            </a:r>
          </a:p>
        </p:txBody>
      </p:sp>
      <p:pic>
        <p:nvPicPr>
          <p:cNvPr id="5" name="Graphique 4" descr="Badge à suivre avec un remplissage uni">
            <a:extLst>
              <a:ext uri="{FF2B5EF4-FFF2-40B4-BE49-F238E27FC236}">
                <a16:creationId xmlns:a16="http://schemas.microsoft.com/office/drawing/2014/main" id="{5D7C4690-4E13-8B59-1957-B770AC276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444" y="4281219"/>
            <a:ext cx="352964" cy="352964"/>
          </a:xfrm>
          <a:prstGeom prst="rect">
            <a:avLst/>
          </a:prstGeom>
        </p:spPr>
      </p:pic>
      <p:pic>
        <p:nvPicPr>
          <p:cNvPr id="7" name="Graphique 6" descr="Badge à suivre contour">
            <a:extLst>
              <a:ext uri="{FF2B5EF4-FFF2-40B4-BE49-F238E27FC236}">
                <a16:creationId xmlns:a16="http://schemas.microsoft.com/office/drawing/2014/main" id="{396B58AA-5C77-20D6-3D0D-96B23D541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6576" y="3471974"/>
            <a:ext cx="352963" cy="35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439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57B7F9D4-595D-30A8-BFE0-3AB993960D3A}"/>
              </a:ext>
            </a:extLst>
          </p:cNvPr>
          <p:cNvSpPr/>
          <p:nvPr/>
        </p:nvSpPr>
        <p:spPr>
          <a:xfrm>
            <a:off x="8275497" y="3428999"/>
            <a:ext cx="1664208" cy="4389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</a:t>
            </a:r>
            <a:r>
              <a:rPr lang="fr-FR" dirty="0" err="1"/>
              <a:t>Analyze</a:t>
            </a:r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8DF5B67-36F7-BB2B-A23C-4BF0075C6774}"/>
              </a:ext>
            </a:extLst>
          </p:cNvPr>
          <p:cNvSpPr/>
          <p:nvPr/>
        </p:nvSpPr>
        <p:spPr>
          <a:xfrm>
            <a:off x="9168680" y="2157682"/>
            <a:ext cx="1324513" cy="4191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FR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Add</a:t>
            </a:r>
            <a:r>
              <a:rPr lang="fr-FR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Trade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5BC76F3-9E19-E57F-EC48-C3878E62DC8B}"/>
              </a:ext>
            </a:extLst>
          </p:cNvPr>
          <p:cNvSpPr/>
          <p:nvPr/>
        </p:nvSpPr>
        <p:spPr>
          <a:xfrm>
            <a:off x="663037" y="1054100"/>
            <a:ext cx="899317" cy="317500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Analyze</a:t>
            </a:r>
            <a:endParaRPr lang="fr-F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59B177A-EF8D-1730-CA63-498447162F0D}"/>
              </a:ext>
            </a:extLst>
          </p:cNvPr>
          <p:cNvSpPr/>
          <p:nvPr/>
        </p:nvSpPr>
        <p:spPr>
          <a:xfrm>
            <a:off x="663037" y="1631350"/>
            <a:ext cx="899317" cy="317500"/>
          </a:xfrm>
          <a:prstGeom prst="round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chemeClr val="bg1"/>
                </a:solidFill>
              </a:rPr>
              <a:t>Reporting</a:t>
            </a:r>
            <a:endParaRPr lang="fr-FR" sz="12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3E1BDB-9786-AF8A-B342-AC3507D1E245}"/>
              </a:ext>
            </a:extLst>
          </p:cNvPr>
          <p:cNvSpPr/>
          <p:nvPr/>
        </p:nvSpPr>
        <p:spPr>
          <a:xfrm>
            <a:off x="1876591" y="454272"/>
            <a:ext cx="5240892" cy="54403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dirty="0">
              <a:highlight>
                <a:srgbClr val="000080"/>
              </a:highlight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33A2BBF-3070-0202-5F8A-42532B45A479}"/>
              </a:ext>
            </a:extLst>
          </p:cNvPr>
          <p:cNvSpPr txBox="1"/>
          <p:nvPr/>
        </p:nvSpPr>
        <p:spPr>
          <a:xfrm>
            <a:off x="1746503" y="493258"/>
            <a:ext cx="5240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Analyzer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C5E10AB-3F1B-4BEA-084D-0D7F0305A6C9}"/>
              </a:ext>
            </a:extLst>
          </p:cNvPr>
          <p:cNvSpPr/>
          <p:nvPr/>
        </p:nvSpPr>
        <p:spPr>
          <a:xfrm>
            <a:off x="631541" y="2208600"/>
            <a:ext cx="899317" cy="317500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Reporting</a:t>
            </a:r>
            <a:endParaRPr lang="fr-FR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9E8D7C1-45F6-689C-F726-2B883D11DE5F}"/>
              </a:ext>
            </a:extLst>
          </p:cNvPr>
          <p:cNvSpPr/>
          <p:nvPr/>
        </p:nvSpPr>
        <p:spPr>
          <a:xfrm>
            <a:off x="631541" y="2785850"/>
            <a:ext cx="899317" cy="317500"/>
          </a:xfrm>
          <a:prstGeom prst="round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chemeClr val="bg1"/>
                </a:solidFill>
              </a:rPr>
              <a:t>Analyze</a:t>
            </a:r>
            <a:endParaRPr lang="fr-FR" sz="1200" dirty="0">
              <a:solidFill>
                <a:schemeClr val="bg1"/>
              </a:solidFill>
            </a:endParaRPr>
          </a:p>
        </p:txBody>
      </p:sp>
      <p:pic>
        <p:nvPicPr>
          <p:cNvPr id="5" name="Graphique 4" descr="Badge à suivre avec un remplissage uni">
            <a:extLst>
              <a:ext uri="{FF2B5EF4-FFF2-40B4-BE49-F238E27FC236}">
                <a16:creationId xmlns:a16="http://schemas.microsoft.com/office/drawing/2014/main" id="{5D7C4690-4E13-8B59-1957-B770AC276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444" y="4281219"/>
            <a:ext cx="352964" cy="352964"/>
          </a:xfrm>
          <a:prstGeom prst="rect">
            <a:avLst/>
          </a:prstGeom>
        </p:spPr>
      </p:pic>
      <p:pic>
        <p:nvPicPr>
          <p:cNvPr id="13" name="Graphique 12" descr="Recherche avec un remplissage uni">
            <a:extLst>
              <a:ext uri="{FF2B5EF4-FFF2-40B4-BE49-F238E27FC236}">
                <a16:creationId xmlns:a16="http://schemas.microsoft.com/office/drawing/2014/main" id="{0B12A56F-2249-9FA9-78D7-AA60035EC9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1760" y="3465234"/>
            <a:ext cx="402677" cy="402677"/>
          </a:xfrm>
          <a:prstGeom prst="rect">
            <a:avLst/>
          </a:prstGeom>
        </p:spPr>
      </p:pic>
      <p:pic>
        <p:nvPicPr>
          <p:cNvPr id="17" name="Graphique 16" descr="Graphique à barres avec un remplissage uni">
            <a:extLst>
              <a:ext uri="{FF2B5EF4-FFF2-40B4-BE49-F238E27FC236}">
                <a16:creationId xmlns:a16="http://schemas.microsoft.com/office/drawing/2014/main" id="{0CDE178B-B887-E90B-493F-62262DE479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08075" y="454272"/>
            <a:ext cx="408318" cy="408318"/>
          </a:xfrm>
          <a:prstGeom prst="rect">
            <a:avLst/>
          </a:prstGeom>
        </p:spPr>
      </p:pic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92B4722-822D-55B7-B220-4503E4FFEA61}"/>
              </a:ext>
            </a:extLst>
          </p:cNvPr>
          <p:cNvSpPr/>
          <p:nvPr/>
        </p:nvSpPr>
        <p:spPr>
          <a:xfrm>
            <a:off x="8336576" y="4677155"/>
            <a:ext cx="1664208" cy="43891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Export</a:t>
            </a:r>
          </a:p>
        </p:txBody>
      </p:sp>
      <p:pic>
        <p:nvPicPr>
          <p:cNvPr id="22" name="Graphique 21" descr="Document avec un remplissage uni">
            <a:extLst>
              <a:ext uri="{FF2B5EF4-FFF2-40B4-BE49-F238E27FC236}">
                <a16:creationId xmlns:a16="http://schemas.microsoft.com/office/drawing/2014/main" id="{97420097-0116-D26A-1A7D-59931D443E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45786" y="4720128"/>
            <a:ext cx="352967" cy="352967"/>
          </a:xfrm>
          <a:prstGeom prst="rect">
            <a:avLst/>
          </a:prstGeom>
        </p:spPr>
      </p:pic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EAE400B-A4F7-3FB3-C755-D35ABCBC1D74}"/>
              </a:ext>
            </a:extLst>
          </p:cNvPr>
          <p:cNvSpPr/>
          <p:nvPr/>
        </p:nvSpPr>
        <p:spPr>
          <a:xfrm>
            <a:off x="10826658" y="2059775"/>
            <a:ext cx="586090" cy="588756"/>
          </a:xfrm>
          <a:prstGeom prst="round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chemeClr val="bg1"/>
              </a:solidFill>
            </a:endParaRPr>
          </a:p>
        </p:txBody>
      </p:sp>
      <p:pic>
        <p:nvPicPr>
          <p:cNvPr id="7" name="Graphique 6" descr="Recherche de dossiers avec un remplissage uni">
            <a:extLst>
              <a:ext uri="{FF2B5EF4-FFF2-40B4-BE49-F238E27FC236}">
                <a16:creationId xmlns:a16="http://schemas.microsoft.com/office/drawing/2014/main" id="{149FC21A-7CDF-C082-D383-3F8E5C8880A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26658" y="2062441"/>
            <a:ext cx="586090" cy="58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5617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3492</TotalTime>
  <Words>38</Words>
  <Application>Microsoft Office PowerPoint</Application>
  <PresentationFormat>Grand écran</PresentationFormat>
  <Paragraphs>21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adrien gala</dc:creator>
  <cp:lastModifiedBy>ADRIEN CORDIER (EXTERNAL)</cp:lastModifiedBy>
  <cp:revision>6</cp:revision>
  <dcterms:created xsi:type="dcterms:W3CDTF">2025-03-12T18:14:56Z</dcterms:created>
  <dcterms:modified xsi:type="dcterms:W3CDTF">2025-05-26T15:03:59Z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25ca717-11da-4935-b601-f527b9741f2e_Enabled">
    <vt:lpwstr>true</vt:lpwstr>
  </property>
  <property fmtid="{D5CDD505-2E9C-101B-9397-08002B2CF9AE}" pid="3" name="MSIP_Label_725ca717-11da-4935-b601-f527b9741f2e_SetDate">
    <vt:lpwstr>2025-04-28T07:30:44Z</vt:lpwstr>
  </property>
  <property fmtid="{D5CDD505-2E9C-101B-9397-08002B2CF9AE}" pid="4" name="MSIP_Label_725ca717-11da-4935-b601-f527b9741f2e_Method">
    <vt:lpwstr>Standard</vt:lpwstr>
  </property>
  <property fmtid="{D5CDD505-2E9C-101B-9397-08002B2CF9AE}" pid="5" name="MSIP_Label_725ca717-11da-4935-b601-f527b9741f2e_Name">
    <vt:lpwstr>C2 - Internal</vt:lpwstr>
  </property>
  <property fmtid="{D5CDD505-2E9C-101B-9397-08002B2CF9AE}" pid="6" name="MSIP_Label_725ca717-11da-4935-b601-f527b9741f2e_SiteId">
    <vt:lpwstr>d852d5cd-724c-4128-8812-ffa5db3f8507</vt:lpwstr>
  </property>
  <property fmtid="{D5CDD505-2E9C-101B-9397-08002B2CF9AE}" pid="7" name="MSIP_Label_725ca717-11da-4935-b601-f527b9741f2e_ActionId">
    <vt:lpwstr>e37b53fb-6838-44b7-a442-fd609b2d0a71</vt:lpwstr>
  </property>
  <property fmtid="{D5CDD505-2E9C-101B-9397-08002B2CF9AE}" pid="8" name="MSIP_Label_725ca717-11da-4935-b601-f527b9741f2e_ContentBits">
    <vt:lpwstr>0</vt:lpwstr>
  </property>
</Properties>
</file>